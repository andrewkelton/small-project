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5CE"/>
    <a:srgbClr val="1255CD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6"/>
  </p:normalViewPr>
  <p:slideViewPr>
    <p:cSldViewPr snapToGrid="0">
      <p:cViewPr varScale="1">
        <p:scale>
          <a:sx n="105" d="100"/>
          <a:sy n="105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DCE7E-3C3A-C84E-85FE-E5F5E5457DA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3DC12-BB0A-C347-90EA-A6929897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0DBD688-CB4B-AA6E-9C88-CD5C04B5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6623113-5F21-B36D-5537-F53CB8631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A34A121-4803-88BC-54F6-D0EF13BDB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95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A71F-E69E-AAB0-08DF-A35DECD02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74B1C-E8ED-1311-F8CB-1BEA200FF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5791-8A4A-742C-75F1-077F12ED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D079B-2C39-811C-A8AF-A924E0A1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ADBC-F5EB-CDB0-DD1E-F933EF67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6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B755-1D12-FA92-EEB0-A98A3F0E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13466-327F-7ED4-C215-4F1675B28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59515-5C02-6C26-1291-32E6C383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35C3A-7359-0F5D-C262-98E92C5B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44645-22FA-9787-03D9-EEA7F18F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5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F7B0-4B3C-694A-B893-5166B372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F2BE-DC52-26F1-B9FC-A25D33E9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95D6E-9D5A-B7F6-9B87-6FB8FEB3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CD8C-83F2-65FD-7262-E1D86C06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7EF1-7353-F899-D0A7-B6AEB2C9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2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4092-FB36-FDB1-D157-B938F361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6CF4-8AAE-280D-41E2-B8EEC3E88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55CC1-E892-801A-2B30-DE2FF149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2D8D-EFBB-8F60-7145-62A9BDA2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E434B-43B7-8F64-2D3D-0013C92E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0644F-18AB-6872-EF0D-516C4E36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2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F852-635D-7104-053D-16566D2F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DBD5C-A73F-9EF4-0D80-C5CE84A4A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EE57B-35C2-A1FA-EBE0-68198E26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D1FD4-EABD-D0F1-C7C1-25A1E4284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9736-B7C4-E84B-48DE-9C8FB099C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20C5B-F804-6199-AABC-303B59A0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71228-8E23-582E-AA58-71422C49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FE7A5-5624-54BA-C2D3-BBF4B0AE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1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0685-173F-F317-153E-B26035AE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0043B-BE4B-9968-2DDA-9607704F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BA325-B7FF-1E59-5BB7-C9691678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3ADCB-B70F-9631-965E-78D7A439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6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14165-60DD-A709-8A81-FC5549E5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62A43-BD3A-1B93-FCA9-54C66146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E0EF-DEB7-12B8-6A61-EF0A3F9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3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9F6C-8B09-5589-3116-29CB9FC2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29FE-DEC9-DB0E-59C2-BECA2AA1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CE077-3EAE-6039-0C83-52367D67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1B48-FAAA-4DA0-D170-94E633FF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EB01D-96D3-62EC-6678-319A4E78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273F6-77C5-3CD1-AB37-6B28B0DF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0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2CA5-B977-8484-7034-FFF7F12D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BB3B1-00A2-C4DA-A765-6F73DA960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D9B70-9AC8-F7C9-DCCB-A988C66AC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FA97B-8727-6783-C131-C199EF09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38BF-98B5-4DF3-3E57-4B6A1ED7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A76AA-CAE9-6051-BA04-16007644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0A22-0A03-FECA-F404-4A51857B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18119-FD83-2F50-8F89-2C259FB0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5C82-3CE4-8917-0183-9F257EEF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A3A4-2C48-5FC7-04BA-462C1E2A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E7CE-1A88-336F-31E5-84DA0AC9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9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5BE68-A40F-37C2-5FE2-A89ECFDBE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962DA-561B-6524-1FB1-D7C9988A7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4351E-63AD-E4CB-313E-671316C6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6EEEF-DC36-3458-B255-929E633A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B345-B4D3-6E74-68BD-1104EC49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29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01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32366-2541-C4DA-62C7-18A3FE8A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11268-B015-0472-AEF0-A39CB99AA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FA99-F678-1D9F-0696-C4806CDE1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175AC-66A4-E644-801D-D68DBD6C415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DCFCE-3C00-EBB5-B0D2-1905D3A3A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B18F-2295-DD69-C379-59A743F91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3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9940957-8AB2-D16F-0B68-8E5D5362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E85F8C4-6FBC-64E4-2635-89EC647701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E544DFAF-A0EC-9E6C-CAFB-47F9AD8487DE}"/>
              </a:ext>
            </a:extLst>
          </p:cNvPr>
          <p:cNvSpPr/>
          <p:nvPr/>
        </p:nvSpPr>
        <p:spPr>
          <a:xfrm>
            <a:off x="299778" y="329184"/>
            <a:ext cx="11587422" cy="6230112"/>
          </a:xfrm>
          <a:prstGeom prst="rect">
            <a:avLst/>
          </a:prstGeom>
          <a:solidFill>
            <a:srgbClr val="1255C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B0F9C802-1296-A94A-C30E-B1A2AF470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600" y="3093684"/>
            <a:ext cx="10862800" cy="112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algn="ctr"/>
            <a:r>
              <a:rPr lang="en" dirty="0">
                <a:solidFill>
                  <a:schemeClr val="bg1"/>
                </a:solidFill>
              </a:rPr>
              <a:t>Lucky Retriever Contacts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A98C722C-C428-8AA7-ECE6-E3BBF40450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15000" y="4219284"/>
            <a:ext cx="5762000" cy="6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COP 4331 Small Project</a:t>
            </a:r>
            <a:endParaRPr b="1" dirty="0">
              <a:solidFill>
                <a:srgbClr val="D9D9D9"/>
              </a:solidFill>
            </a:endParaRPr>
          </a:p>
        </p:txBody>
      </p:sp>
      <p:pic>
        <p:nvPicPr>
          <p:cNvPr id="57" name="Google Shape;57;p13" title="logo.png">
            <a:extLst>
              <a:ext uri="{FF2B5EF4-FFF2-40B4-BE49-F238E27FC236}">
                <a16:creationId xmlns:a16="http://schemas.microsoft.com/office/drawing/2014/main" id="{5AD915C3-E31E-C200-08FC-571D95F6EC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16" y="1361698"/>
            <a:ext cx="1736168" cy="1732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591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DB349B07-3D6D-A755-16A4-A1A8C3FEF44E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723B2-0B48-2279-041B-3A213FC9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               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C03C-88A7-13AC-E1A8-2A6F6722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2"/>
            <a:r>
              <a:rPr lang="en-US" dirty="0"/>
              <a:t>Bullet 3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A24D235F-50FB-62A7-7A44-754AA63B3D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4856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25</Words>
  <Application>Microsoft Macintosh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Lucky Retriever Contacts</vt:lpstr>
      <vt:lpstr>                              COP 4331 - Small Project - Group 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Denise Lintereur</dc:creator>
  <cp:lastModifiedBy>Denise Lintereur</cp:lastModifiedBy>
  <cp:revision>6</cp:revision>
  <dcterms:created xsi:type="dcterms:W3CDTF">2026-02-12T01:31:45Z</dcterms:created>
  <dcterms:modified xsi:type="dcterms:W3CDTF">2026-02-16T01:42:42Z</dcterms:modified>
</cp:coreProperties>
</file>